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70" r:id="rId13"/>
    <p:sldId id="265" r:id="rId14"/>
  </p:sldIdLst>
  <p:sldSz cx="18288000" cy="10287000"/>
  <p:notesSz cx="6858000" cy="9144000"/>
  <p:embeddedFontLst>
    <p:embeddedFont>
      <p:font typeface="Bookman Old Style" panose="02050604050505020204" pitchFamily="18" charset="0"/>
      <p:regular r:id="rId15"/>
      <p:bold r:id="rId16"/>
      <p:italic r:id="rId17"/>
      <p:boldItalic r:id="rId18"/>
    </p:embeddedFont>
    <p:embeddedFont>
      <p:font typeface="Cambria" panose="02040503050406030204" pitchFamily="18" charset="0"/>
      <p:regular r:id="rId19"/>
      <p:bold r:id="rId20"/>
      <p:italic r:id="rId21"/>
      <p:boldItalic r:id="rId22"/>
    </p:embeddedFont>
    <p:embeddedFont>
      <p:font typeface="Gotham" panose="020B0604020202020204" charset="0"/>
      <p:regular r:id="rId23"/>
    </p:embeddedFont>
    <p:embeddedFont>
      <p:font typeface="Gotham Bold Italics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898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8.fntdata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MBABU VOLLEPU" userId="1df1c306223e477d" providerId="LiveId" clId="{3D288008-478B-459B-A9C5-48D4822D3141}"/>
    <pc:docChg chg="modSld">
      <pc:chgData name="RAMBABU VOLLEPU" userId="1df1c306223e477d" providerId="LiveId" clId="{3D288008-478B-459B-A9C5-48D4822D3141}" dt="2026-04-20T04:10:30.128" v="3" actId="20577"/>
      <pc:docMkLst>
        <pc:docMk/>
      </pc:docMkLst>
      <pc:sldChg chg="modSp mod">
        <pc:chgData name="RAMBABU VOLLEPU" userId="1df1c306223e477d" providerId="LiveId" clId="{3D288008-478B-459B-A9C5-48D4822D3141}" dt="2026-04-20T04:10:30.128" v="3" actId="20577"/>
        <pc:sldMkLst>
          <pc:docMk/>
          <pc:sldMk cId="0" sldId="256"/>
        </pc:sldMkLst>
        <pc:spChg chg="mod">
          <ac:chgData name="RAMBABU VOLLEPU" userId="1df1c306223e477d" providerId="LiveId" clId="{3D288008-478B-459B-A9C5-48D4822D3141}" dt="2026-04-20T04:10:30.128" v="3" actId="20577"/>
          <ac:spMkLst>
            <pc:docMk/>
            <pc:sldMk cId="0" sldId="256"/>
            <ac:spMk id="27" creationId="{AC6C53BF-3850-6683-E07F-D595EC8B02B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20-04-2026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360002" y="5659922"/>
            <a:ext cx="1578416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develop a React JS based web application for Ticket Booking of an Internal Department Event </a:t>
            </a:r>
            <a:endParaRPr lang="en-IN" sz="40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V.Rambabu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– VTU25536 – 23UECS1236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1361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IN" sz="2800" dirty="0"/>
              <a:t>Dr. Hafizur Rahman</a:t>
            </a:r>
            <a:endParaRPr lang="en-US" sz="28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</a:t>
            </a:r>
            <a:r>
              <a:rPr lang="en-IN" b="1" dirty="0"/>
              <a:t>SDG 4 – Quality Education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1408754" y="2324100"/>
            <a:ext cx="17254972" cy="63468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C358987-3C8D-C0C9-32FC-BC34A5E28BB4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415504" y="1622869"/>
            <a:ext cx="13753183" cy="70480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514350" lvl="0" indent="-5143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200" dirty="0"/>
              <a:t>The rapid growth of digital technologies has transformed the way events are organized and managed.</a:t>
            </a:r>
          </a:p>
          <a:p>
            <a:pPr marL="514350" lvl="0" indent="-5143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200" dirty="0"/>
              <a:t>Traditional ticket booking methods for internal department events—such as technical fests, seminars, and workshops—often involve manual registration, which can lead to inefficiencies like data errors, overbooking, and lack of real-time updates.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514350" lvl="0" indent="-5143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200" dirty="0"/>
              <a:t>To address these challenges, a web-based ticket booking system using </a:t>
            </a:r>
            <a:r>
              <a:rPr lang="en-US" sz="3200" b="1" dirty="0"/>
              <a:t>React JS</a:t>
            </a:r>
            <a:r>
              <a:rPr lang="en-US" sz="3200" dirty="0"/>
              <a:t> is proposed. </a:t>
            </a:r>
          </a:p>
          <a:p>
            <a:pPr marL="514350" lvl="0" indent="-5143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200" dirty="0"/>
              <a:t>This application provides an interactive and user-friendly platform where students and faculty can easily view event details and book tickets online.</a:t>
            </a:r>
          </a:p>
          <a:p>
            <a:pPr marL="514350" lvl="0" indent="-5143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200" dirty="0"/>
              <a:t>By leveraging modern frontend technologies, the system ensures efficient ticket management, real-time updates, and improved user experience. </a:t>
            </a:r>
          </a:p>
          <a:p>
            <a:pPr marL="514350" lvl="0" indent="-5143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206526" y="2671373"/>
            <a:ext cx="15082325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051CBAE-A7E2-4803-E9EC-D59D8D663F8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977928" y="1375947"/>
            <a:ext cx="16081472" cy="5693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600" dirty="0"/>
              <a:t>Manual or semi-digital ticket booking systems used for internal department events face several limitations: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6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Arial" panose="020B0604020202020204" pitchFamily="34" charset="0"/>
              </a:rPr>
              <a:t>Lack of real-time tracking of available tickets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Arial" panose="020B0604020202020204" pitchFamily="34" charset="0"/>
              </a:rPr>
              <a:t>Possibility of overbooking due to manual errors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Arial" panose="020B0604020202020204" pitchFamily="34" charset="0"/>
              </a:rPr>
              <a:t>Inefficient data handling and record maintenance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Arial" panose="020B0604020202020204" pitchFamily="34" charset="0"/>
              </a:rPr>
              <a:t>Poor user experience due to non-interactive interfaces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Arial" panose="020B0604020202020204" pitchFamily="34" charset="0"/>
              </a:rPr>
              <a:t>Difficulty in validating user inputs (e.g., email format, ticket count)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Arial" panose="020B0604020202020204" pitchFamily="34" charset="0"/>
              </a:rPr>
              <a:t>Time-consuming booking and confirmation process 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3200" dirty="0">
              <a:latin typeface="Arial" panose="020B0604020202020204" pitchFamily="34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176975" y="1141366"/>
            <a:ext cx="150823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23BECA-43D8-B716-FBE2-6BA6659498B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703455" y="1730287"/>
            <a:ext cx="12881090" cy="8125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objectives of this project are: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600" dirty="0"/>
              <a:t>To develop a </a:t>
            </a:r>
            <a:r>
              <a:rPr lang="en-US" sz="3600" b="1" dirty="0"/>
              <a:t>React JS-based web application</a:t>
            </a:r>
            <a:r>
              <a:rPr lang="en-US" sz="3600" dirty="0"/>
              <a:t> for internal event ticket booking.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600" dirty="0"/>
              <a:t>To display complete event details such as name, department, date, time, venue, ticket price, and availability.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600" dirty="0"/>
              <a:t>To allow users to book tickets by entering required details.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600" dirty="0"/>
              <a:t>To implement input validation for accurate and secure data entry.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600" dirty="0"/>
              <a:t>To prevent overbooking by restricting ticket count based on availability.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600" dirty="0"/>
              <a:t>To dynamically update the available number of tickets after each booking.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009C86-E745-4A9A-F682-CECAEFA1A94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238375" y="1458235"/>
            <a:ext cx="14615392" cy="67710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200" dirty="0"/>
              <a:t>The proposed system is a </a:t>
            </a:r>
            <a:r>
              <a:rPr lang="en-US" sz="3200" b="1" dirty="0"/>
              <a:t>React-based web application</a:t>
            </a:r>
            <a:r>
              <a:rPr lang="en-US" sz="3200" dirty="0"/>
              <a:t> with the following features: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 dirty="0"/>
          </a:p>
          <a:p>
            <a:pPr marL="514350" lvl="0" indent="-514350" eaLnBrk="0" fontAlgn="base" hangingPunc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IN" sz="3200" dirty="0"/>
              <a:t>Event Details Module: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3200" dirty="0"/>
              <a:t>Displays event name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200" dirty="0"/>
              <a:t>Shows department organizing the event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200" dirty="0"/>
              <a:t>Provides date and time information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3200" dirty="0"/>
              <a:t>2. Ticket Booking Module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200" dirty="0"/>
              <a:t>Validates user inputs before submission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200" dirty="0"/>
              <a:t>Prevents booking more tickets than available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200" dirty="0"/>
              <a:t>Displays confirmation message upon successful booking.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5CEE5D-7933-67B2-EEE0-9150593C71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0" y="1361790"/>
            <a:ext cx="12268200" cy="80147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b="1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5C7A6D-BF0C-3C92-D199-346DCEBEDB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800" y="1146935"/>
            <a:ext cx="11277600" cy="841616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209800" y="1638300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5795B8-27A5-193E-FD7A-7244BA616493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981200" y="2700221"/>
            <a:ext cx="15372981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React JS, HTML, CSS, JavaScript (for designing interactive user interface).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3200" b="1" dirty="0"/>
              <a:t>IDE/Tools:</a:t>
            </a:r>
            <a:r>
              <a:rPr lang="en-US" sz="3200" dirty="0"/>
              <a:t> Visual Studio Code / IntelliJ IDEA / Eclipse for development.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3200" b="1" dirty="0"/>
              <a:t>Package Manager:</a:t>
            </a:r>
            <a:r>
              <a:rPr lang="en-US" sz="3200" dirty="0"/>
              <a:t> Node.js &amp; </a:t>
            </a:r>
            <a:r>
              <a:rPr lang="en-US" sz="3200" dirty="0" err="1"/>
              <a:t>npm</a:t>
            </a:r>
            <a:r>
              <a:rPr lang="en-US" sz="3200" dirty="0"/>
              <a:t> (for installing dependencies and running the application).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3200" b="1" dirty="0"/>
              <a:t>Server:</a:t>
            </a:r>
            <a:r>
              <a:rPr lang="en-US" sz="3200" dirty="0"/>
              <a:t> React Development Server (localhost) for running the application in browser.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209800" y="1638300"/>
            <a:ext cx="1508232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18DACD3-F6F6-266E-6EE3-F84F38C384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0022" y="2935854"/>
            <a:ext cx="16102750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3200" b="1" dirty="0"/>
              <a:t>Event Details Module: </a:t>
            </a:r>
            <a:r>
              <a:rPr lang="en-US" sz="3200" dirty="0"/>
              <a:t>Displays all information related to the event.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3200" b="1" dirty="0"/>
              <a:t>Ticket Booking Module:</a:t>
            </a:r>
            <a:r>
              <a:rPr lang="en-US" sz="3200" dirty="0"/>
              <a:t>Provides a form for users to book tickets and handles form submission and processes booking.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3200" b="1" dirty="0"/>
              <a:t>Validation Module:</a:t>
            </a:r>
            <a:r>
              <a:rPr lang="en-US" sz="3200" dirty="0"/>
              <a:t>Ensures correctness of user inputs and </a:t>
            </a:r>
            <a:r>
              <a:rPr lang="en-IN" sz="3200" dirty="0"/>
              <a:t>displays error messages for invalid inputs.</a:t>
            </a:r>
            <a:endParaRPr lang="en-US" sz="3200" b="1" dirty="0"/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3200" b="1" dirty="0"/>
              <a:t>Booking Confirmation Module:</a:t>
            </a:r>
            <a:r>
              <a:rPr lang="en-US" sz="3200" dirty="0"/>
              <a:t>Displays success message after booking and improves user satisfaction with clear feedback.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3200" b="1" dirty="0"/>
              <a:t>Ticket Management Module:</a:t>
            </a:r>
            <a:r>
              <a:rPr lang="en-US" sz="3200" dirty="0"/>
              <a:t>Updates ticket count after each successful booking</a:t>
            </a:r>
            <a:endParaRPr lang="en-US" sz="32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35924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C6A4DA-6D4B-3E6A-CF92-E543DD7AFBF5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7C410F-0FB9-8BBD-D02A-9D6B8C84B0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323" y="1427450"/>
            <a:ext cx="13427329" cy="784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2209800" y="1638300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4D931F-38A3-7872-E4A9-BBA81BF766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1173897"/>
            <a:ext cx="12954000" cy="8084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FB4174-C3FB-D212-96D2-A79C5D8F3D50}"/>
              </a:ext>
            </a:extLst>
          </p:cNvPr>
          <p:cNvSpPr txBox="1"/>
          <p:nvPr/>
        </p:nvSpPr>
        <p:spPr>
          <a:xfrm>
            <a:off x="1728051" y="1909375"/>
            <a:ext cx="14768517" cy="627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Advantages: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dirty="0"/>
              <a:t>Easy and quick ticket booking process.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dirty="0"/>
              <a:t>Real-time update of ticket availability.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3200" dirty="0"/>
              <a:t>Prevents overbooking errors.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dirty="0"/>
              <a:t>Efficient data handling using React state.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dirty="0"/>
              <a:t>Reduces manual work and paperwork</a:t>
            </a:r>
          </a:p>
          <a:p>
            <a:r>
              <a:rPr lang="en-US" sz="3200" b="1" dirty="0"/>
              <a:t>Limitations: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dirty="0"/>
              <a:t>No backend/database (data is not stored permanently).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dirty="0"/>
              <a:t> Refreshing the page resets ticket data.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dirty="0"/>
              <a:t>Limited to single event (can be extended for multiple events).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dirty="0"/>
              <a:t>No authentication or user login system.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dirty="0"/>
              <a:t>Cannot handle high traffic or concurrent users in current form.</a:t>
            </a:r>
          </a:p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</TotalTime>
  <Words>751</Words>
  <Application>Microsoft Office PowerPoint</Application>
  <PresentationFormat>Custom</PresentationFormat>
  <Paragraphs>277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Bookman Old Style</vt:lpstr>
      <vt:lpstr>Times New Roman</vt:lpstr>
      <vt:lpstr>Gotham Bold Italics</vt:lpstr>
      <vt:lpstr>Gotham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Navya S</dc:creator>
  <cp:lastModifiedBy>RAMBABU VOLLEPU</cp:lastModifiedBy>
  <cp:revision>14</cp:revision>
  <dcterms:created xsi:type="dcterms:W3CDTF">2006-08-16T00:00:00Z</dcterms:created>
  <dcterms:modified xsi:type="dcterms:W3CDTF">2026-04-20T04:10:36Z</dcterms:modified>
  <dc:identifier>DAHCaYqJ9OU</dc:identifier>
</cp:coreProperties>
</file>